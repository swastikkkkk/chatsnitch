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ChatSnitch tells you, in one click, which of your Chrome extensions can read your AI chats.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report ends with 'review your extension permissions'. Nobody does, because it takes minutes per extension and most people have twenty.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click. A count, a risk level per extension, plain-word reasons, and a Turn off button right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scoring is about 160 lines in extension/analyze.js. Named AI domains score higher than all sites, because a sidebar asking for chatgpt.com by name is the stealer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extension that inspects your extensions should be the most boring one you install. Verified in a real Chromium with five decoy extensions.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install it, star the repo, help with Firefox or the update alert.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hatsnitch.vercel.app/?ref=githu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user/chatsnitch/store/screenshot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320040"/>
            <a:ext cx="4480560" cy="279806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PITCH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914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ChatSnitch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8288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A9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which Chrome extensions can read your AI chats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457200" y="3200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5161A"/>
          </a:solidFill>
          <a:ln w="12700">
            <a:solidFill>
              <a:srgbClr val="33343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3200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828800" y="3200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5161A"/>
          </a:solidFill>
          <a:ln w="12700">
            <a:solidFill>
              <a:srgbClr val="33343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828800" y="3200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00400" y="3200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5161A"/>
          </a:solidFill>
          <a:ln w="12700">
            <a:solidFill>
              <a:srgbClr val="33343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200400" y="3200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permission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Swastik  ·  github.com/Swastikkkkk/chatsnitch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ChatSnitch  ·  2/6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Extensions caught reading chats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5161A"/>
          </a:solidFill>
          <a:ln w="12700">
            <a:solidFill>
              <a:srgbClr val="2627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900K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hit by two fake AI extensions, one with Google's Featured badge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429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4630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5161A"/>
          </a:solidFill>
          <a:ln w="12700">
            <a:solidFill>
              <a:srgbClr val="2627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8M+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of Urban VPN and 7 sister extensions that auto-updated into chat capture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3429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14630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5161A"/>
          </a:solidFill>
          <a:ln w="12700">
            <a:solidFill>
              <a:srgbClr val="2627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6364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470K+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 extensions caught spying on eight AI chat sites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3429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advice is "check your permissions". That is minutes per extension, and most people have twenty.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ChatSnitch  ·  3/6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click. Plain answers.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65760" cy="3657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extensions that can see your AI chats right now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level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risk, check this, or low, for each one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in plain words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site, reads your cookies, injects code, watches traffic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749040"/>
            <a:ext cx="365760" cy="3657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or Remove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05840" y="3977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in the popup, and turn back on if you change your mind</a:t>
            </a:r>
            <a:endParaRPr lang="en-US" sz="1200" dirty="0"/>
          </a:p>
        </p:txBody>
      </p:sp>
      <p:pic>
        <p:nvPicPr>
          <p:cNvPr id="21" name="Image 0" descr="/home/user/chatsnitch/store/screenshot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43400" y="1280160"/>
            <a:ext cx="4343400" cy="271576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343400" y="40690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ChatGPT, Claude, Gemini, Copilot, DeepSeek, Perplexity, Grok, Meta AI, Mistral and Poe.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ChatSnitch  ·  4/6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decides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15161A"/>
          </a:solidFill>
          <a:ln w="12700">
            <a:solidFill>
              <a:srgbClr val="26272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645920"/>
            <a:ext cx="457200" cy="45720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access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97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host permissions from chrome.management, plus content-script access parsed from Chrome's own permission warnings, in any UI language.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41732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15161A"/>
          </a:solidFill>
          <a:ln w="12700">
            <a:solidFill>
              <a:srgbClr val="2627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645920"/>
            <a:ext cx="457200" cy="45720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4747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AI sites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697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Chrome match patterns against each AI chat domain. Errs toward flagging.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141732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15161A"/>
          </a:solidFill>
          <a:ln w="12700">
            <a:solidFill>
              <a:srgbClr val="26272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1645920"/>
            <a:ext cx="457200" cy="45720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3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697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AI domains outrank "all sites". Cookies, webRequest, scripting, debugger, clipboard and sideloading each add risk.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406908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F5A5F">
              <a:alpha val="18000"/>
            </a:srgbClr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4069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920240" y="406908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5A742">
              <a:alpha val="18000"/>
            </a:srgbClr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920240" y="4069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this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383280" y="406908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383280" y="4069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ChatSnitch  ·  5/6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boring extension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5161A"/>
          </a:solidFill>
          <a:ln w="12700">
            <a:solidFill>
              <a:srgbClr val="2627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554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194560" y="16002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management: lists extensions and can turn them off.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5161A"/>
          </a:solidFill>
          <a:ln w="12700">
            <a:solidFill>
              <a:srgbClr val="2627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554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access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16002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can't read any page, your chats included.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97180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5161A"/>
          </a:solidFill>
          <a:ln w="12700">
            <a:solidFill>
              <a:srgbClr val="2627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154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194560" y="32004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connect-src 'none'. It can't phone home.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297180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5161A"/>
          </a:solidFill>
          <a:ln w="12700">
            <a:solidFill>
              <a:srgbClr val="2627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92040" y="3154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&lt;300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JS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32004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JavaScript, no build step. Read it first.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ChatSnitch  ·  6/6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65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274320" cy="274320"/>
          </a:xfrm>
          <a:prstGeom prst="ellipse">
            <a:avLst/>
          </a:prstGeom>
          <a:solidFill>
            <a:srgbClr val="15161A"/>
          </a:solidFill>
          <a:ln w="19050">
            <a:solidFill>
              <a:srgbClr val="55565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Web Store listing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480560" y="1280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947672"/>
            <a:ext cx="274320" cy="274320"/>
          </a:xfrm>
          <a:prstGeom prst="ellipse">
            <a:avLst/>
          </a:prstGeom>
          <a:solidFill>
            <a:srgbClr val="4ADE8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901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Chrome UI language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1901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done, v0.2.0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569464"/>
            <a:ext cx="274320" cy="274320"/>
          </a:xfrm>
          <a:prstGeom prst="ellipse">
            <a:avLst/>
          </a:prstGeom>
          <a:solidFill>
            <a:srgbClr val="15161A"/>
          </a:solidFill>
          <a:ln w="19050">
            <a:solidFill>
              <a:srgbClr val="55565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5237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build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5237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191256"/>
            <a:ext cx="274320" cy="274320"/>
          </a:xfrm>
          <a:prstGeom prst="ellipse">
            <a:avLst/>
          </a:prstGeom>
          <a:solidFill>
            <a:srgbClr val="15161A"/>
          </a:solidFill>
          <a:ln w="19050">
            <a:solidFill>
              <a:srgbClr val="55565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1455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an update adds AI-site access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31455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813048"/>
            <a:ext cx="274320" cy="274320"/>
          </a:xfrm>
          <a:prstGeom prst="ellipse">
            <a:avLst/>
          </a:prstGeom>
          <a:solidFill>
            <a:srgbClr val="15161A"/>
          </a:solidFill>
          <a:ln w="19050">
            <a:solidFill>
              <a:srgbClr val="55565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3767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report for IT teams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480560" y="37673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35040" y="128016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5161A"/>
          </a:solidFill>
          <a:ln w="19050">
            <a:solidFill>
              <a:srgbClr val="FF5A5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6364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now</a:t>
            </a:r>
            <a:endParaRPr lang="en-US" sz="2000" dirty="0"/>
          </a:p>
        </p:txBody>
      </p:sp>
      <p:sp>
        <p:nvSpPr>
          <p:cNvPr id="22" name="Text 19">
            <a:hlinkClick r:id="rId1" tooltip=""/>
          </p:cNvPr>
          <p:cNvSpPr txBox="1"/>
          <p:nvPr/>
        </p:nvSpPr>
        <p:spPr>
          <a:xfrm>
            <a:off x="62636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chatsnitch.vercel.app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26364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github.com/Swastikkkkk/chatsnitch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26364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clicked Allow. Now see what it reads.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ChatSnitch: Short Pitch</dc:title>
  <dc:subject>PptxGenJS Presentation</dc:subject>
  <dc:creator>Swastik</dc:creator>
  <cp:lastModifiedBy>Swastik</cp:lastModifiedBy>
  <cp:revision>1</cp:revision>
  <dcterms:created xsi:type="dcterms:W3CDTF">2026-09-28T21:58:20Z</dcterms:created>
  <dcterms:modified xsi:type="dcterms:W3CDTF">2026-09-28T21:58:20Z</dcterms:modified>
</cp:coreProperties>
</file>